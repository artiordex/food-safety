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식품안전나라 공공데이터 데이터 맵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 rot="-274435">
            <a:off x="2099468" y="2638044"/>
            <a:ext cx="2293304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" name="Shape 2"/>
          <p:cNvSpPr/>
          <p:nvPr/>
        </p:nvSpPr>
        <p:spPr>
          <a:xfrm rot="-2963922">
            <a:off x="4094725" y="1906524"/>
            <a:ext cx="168607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Shape 3"/>
          <p:cNvSpPr/>
          <p:nvPr/>
        </p:nvSpPr>
        <p:spPr>
          <a:xfrm rot="3080412">
            <a:off x="4059507" y="3232404"/>
            <a:ext cx="1756505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1463040" y="3369564"/>
            <a:ext cx="12801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Shape 5"/>
          <p:cNvSpPr/>
          <p:nvPr/>
        </p:nvSpPr>
        <p:spPr>
          <a:xfrm>
            <a:off x="2029968" y="3950208"/>
            <a:ext cx="146304" cy="146304"/>
          </a:xfrm>
          <a:prstGeom prst="ellipse">
            <a:avLst/>
          </a:prstGeom>
          <a:solidFill>
            <a:srgbClr val="00B0B9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391363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식품제조가공업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 rot="6480000">
            <a:off x="1265244" y="3338236"/>
            <a:ext cx="12801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Shape 8"/>
          <p:cNvSpPr/>
          <p:nvPr/>
        </p:nvSpPr>
        <p:spPr>
          <a:xfrm>
            <a:off x="1634377" y="3887553"/>
            <a:ext cx="146304" cy="146304"/>
          </a:xfrm>
          <a:prstGeom prst="ellipse">
            <a:avLst/>
          </a:prstGeom>
          <a:solidFill>
            <a:srgbClr val="00B0B9"/>
          </a:solidFill>
          <a:ln/>
        </p:spPr>
      </p:sp>
      <p:sp>
        <p:nvSpPr>
          <p:cNvPr id="11" name="Text 9"/>
          <p:cNvSpPr/>
          <p:nvPr/>
        </p:nvSpPr>
        <p:spPr>
          <a:xfrm>
            <a:off x="226201" y="3850977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수입식품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 rot="7560000">
            <a:off x="1086810" y="3247320"/>
            <a:ext cx="12801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Shape 11"/>
          <p:cNvSpPr/>
          <p:nvPr/>
        </p:nvSpPr>
        <p:spPr>
          <a:xfrm>
            <a:off x="1277509" y="3705719"/>
            <a:ext cx="146304" cy="146304"/>
          </a:xfrm>
          <a:prstGeom prst="ellipse">
            <a:avLst/>
          </a:prstGeom>
          <a:solidFill>
            <a:srgbClr val="00B0B9"/>
          </a:solidFill>
          <a:ln/>
        </p:spPr>
      </p:sp>
      <p:sp>
        <p:nvSpPr>
          <p:cNvPr id="14" name="Text 12"/>
          <p:cNvSpPr/>
          <p:nvPr/>
        </p:nvSpPr>
        <p:spPr>
          <a:xfrm>
            <a:off x="-130667" y="3669143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HACCP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 rot="8640000">
            <a:off x="945204" y="3105714"/>
            <a:ext cx="12801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6" name="Shape 14"/>
          <p:cNvSpPr/>
          <p:nvPr/>
        </p:nvSpPr>
        <p:spPr>
          <a:xfrm>
            <a:off x="994297" y="3422507"/>
            <a:ext cx="146304" cy="146304"/>
          </a:xfrm>
          <a:prstGeom prst="ellipse">
            <a:avLst/>
          </a:prstGeom>
          <a:solidFill>
            <a:srgbClr val="00B0B9"/>
          </a:solidFill>
          <a:ln/>
        </p:spPr>
      </p:sp>
      <p:sp>
        <p:nvSpPr>
          <p:cNvPr id="17" name="Text 15"/>
          <p:cNvSpPr/>
          <p:nvPr/>
        </p:nvSpPr>
        <p:spPr>
          <a:xfrm>
            <a:off x="-413879" y="3385931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회수·판매중지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 rot="9720000">
            <a:off x="854288" y="2927280"/>
            <a:ext cx="12801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2463" y="3065639"/>
            <a:ext cx="146304" cy="146304"/>
          </a:xfrm>
          <a:prstGeom prst="ellipse">
            <a:avLst/>
          </a:prstGeom>
          <a:solidFill>
            <a:srgbClr val="00B0B9"/>
          </a:solidFill>
          <a:ln/>
        </p:spPr>
      </p:sp>
      <p:sp>
        <p:nvSpPr>
          <p:cNvPr id="20" name="Text 18"/>
          <p:cNvSpPr/>
          <p:nvPr/>
        </p:nvSpPr>
        <p:spPr>
          <a:xfrm>
            <a:off x="-595713" y="3029063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행정처분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 rot="10800000">
            <a:off x="822960" y="2729484"/>
            <a:ext cx="12801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2670048"/>
            <a:ext cx="146304" cy="146304"/>
          </a:xfrm>
          <a:prstGeom prst="ellipse">
            <a:avLst/>
          </a:prstGeom>
          <a:solidFill>
            <a:srgbClr val="00B0B9"/>
          </a:solidFill>
          <a:ln/>
        </p:spPr>
      </p:sp>
      <p:sp>
        <p:nvSpPr>
          <p:cNvPr id="23" name="Text 21"/>
          <p:cNvSpPr/>
          <p:nvPr/>
        </p:nvSpPr>
        <p:spPr>
          <a:xfrm>
            <a:off x="-658368" y="263347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식품첨가물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 rot="-9720000">
            <a:off x="854288" y="2531688"/>
            <a:ext cx="12801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5" name="Shape 23"/>
          <p:cNvSpPr/>
          <p:nvPr/>
        </p:nvSpPr>
        <p:spPr>
          <a:xfrm>
            <a:off x="812463" y="2274457"/>
            <a:ext cx="146304" cy="146304"/>
          </a:xfrm>
          <a:prstGeom prst="ellipse">
            <a:avLst/>
          </a:prstGeom>
          <a:solidFill>
            <a:srgbClr val="00B0B9"/>
          </a:solidFill>
          <a:ln/>
        </p:spPr>
      </p:sp>
      <p:sp>
        <p:nvSpPr>
          <p:cNvPr id="26" name="Text 24"/>
          <p:cNvSpPr/>
          <p:nvPr/>
        </p:nvSpPr>
        <p:spPr>
          <a:xfrm>
            <a:off x="-595713" y="2237881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영양성분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 rot="-8640000">
            <a:off x="945204" y="2353254"/>
            <a:ext cx="12801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8" name="Shape 26"/>
          <p:cNvSpPr/>
          <p:nvPr/>
        </p:nvSpPr>
        <p:spPr>
          <a:xfrm>
            <a:off x="994297" y="1917589"/>
            <a:ext cx="146304" cy="146304"/>
          </a:xfrm>
          <a:prstGeom prst="ellipse">
            <a:avLst/>
          </a:prstGeom>
          <a:solidFill>
            <a:srgbClr val="00B0B9"/>
          </a:solidFill>
          <a:ln/>
        </p:spPr>
      </p:sp>
      <p:sp>
        <p:nvSpPr>
          <p:cNvPr id="29" name="Text 27"/>
          <p:cNvSpPr/>
          <p:nvPr/>
        </p:nvSpPr>
        <p:spPr>
          <a:xfrm>
            <a:off x="-413879" y="1881013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건강기능식품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 rot="-7560000">
            <a:off x="1086810" y="2211648"/>
            <a:ext cx="12801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1" name="Shape 29"/>
          <p:cNvSpPr/>
          <p:nvPr/>
        </p:nvSpPr>
        <p:spPr>
          <a:xfrm>
            <a:off x="1277509" y="1634377"/>
            <a:ext cx="146304" cy="146304"/>
          </a:xfrm>
          <a:prstGeom prst="ellipse">
            <a:avLst/>
          </a:prstGeom>
          <a:solidFill>
            <a:srgbClr val="00B0B9"/>
          </a:solidFill>
          <a:ln/>
        </p:spPr>
      </p:sp>
      <p:sp>
        <p:nvSpPr>
          <p:cNvPr id="32" name="Text 30"/>
          <p:cNvSpPr/>
          <p:nvPr/>
        </p:nvSpPr>
        <p:spPr>
          <a:xfrm>
            <a:off x="-130667" y="1597801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어린이기호식품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 rot="-6480000">
            <a:off x="1265244" y="2120732"/>
            <a:ext cx="12801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4" name="Shape 32"/>
          <p:cNvSpPr/>
          <p:nvPr/>
        </p:nvSpPr>
        <p:spPr>
          <a:xfrm>
            <a:off x="1634377" y="1452543"/>
            <a:ext cx="146304" cy="146304"/>
          </a:xfrm>
          <a:prstGeom prst="ellipse">
            <a:avLst/>
          </a:prstGeom>
          <a:solidFill>
            <a:srgbClr val="00B0B9"/>
          </a:solidFill>
          <a:ln/>
        </p:spPr>
      </p:sp>
      <p:sp>
        <p:nvSpPr>
          <p:cNvPr id="35" name="Text 33"/>
          <p:cNvSpPr/>
          <p:nvPr/>
        </p:nvSpPr>
        <p:spPr>
          <a:xfrm>
            <a:off x="226201" y="1415967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검사결과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 rot="-5400000">
            <a:off x="1463040" y="2089404"/>
            <a:ext cx="12801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7" name="Shape 35"/>
          <p:cNvSpPr/>
          <p:nvPr/>
        </p:nvSpPr>
        <p:spPr>
          <a:xfrm>
            <a:off x="2029968" y="1389888"/>
            <a:ext cx="146304" cy="146304"/>
          </a:xfrm>
          <a:prstGeom prst="ellipse">
            <a:avLst/>
          </a:prstGeom>
          <a:solidFill>
            <a:srgbClr val="00B0B9"/>
          </a:solidFill>
          <a:ln/>
        </p:spPr>
      </p:sp>
      <p:sp>
        <p:nvSpPr>
          <p:cNvPr id="38" name="Text 36"/>
          <p:cNvSpPr/>
          <p:nvPr/>
        </p:nvSpPr>
        <p:spPr>
          <a:xfrm>
            <a:off x="1417320" y="135331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식중독 통계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 rot="-8400000">
            <a:off x="3258710" y="2135169"/>
            <a:ext cx="12801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0" name="Shape 38"/>
          <p:cNvSpPr/>
          <p:nvPr/>
        </p:nvSpPr>
        <p:spPr>
          <a:xfrm>
            <a:off x="3335309" y="1664297"/>
            <a:ext cx="146304" cy="146304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41" name="Text 39"/>
          <p:cNvSpPr/>
          <p:nvPr/>
        </p:nvSpPr>
        <p:spPr>
          <a:xfrm>
            <a:off x="1927133" y="1627721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학교급식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 rot="-7200000">
            <a:off x="3429000" y="1992278"/>
            <a:ext cx="12801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3" name="Shape 41"/>
          <p:cNvSpPr/>
          <p:nvPr/>
        </p:nvSpPr>
        <p:spPr>
          <a:xfrm>
            <a:off x="3675888" y="1378517"/>
            <a:ext cx="146304" cy="146304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44" name="Text 42"/>
          <p:cNvSpPr/>
          <p:nvPr/>
        </p:nvSpPr>
        <p:spPr>
          <a:xfrm>
            <a:off x="2267712" y="1341941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알레르기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 rot="-6000000">
            <a:off x="3637891" y="1916248"/>
            <a:ext cx="12801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6" name="Shape 44"/>
          <p:cNvSpPr/>
          <p:nvPr/>
        </p:nvSpPr>
        <p:spPr>
          <a:xfrm>
            <a:off x="4093671" y="1226457"/>
            <a:ext cx="146304" cy="146304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47" name="Text 45"/>
          <p:cNvSpPr/>
          <p:nvPr/>
        </p:nvSpPr>
        <p:spPr>
          <a:xfrm>
            <a:off x="2685495" y="1189881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영양정보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 rot="-4800000">
            <a:off x="3860189" y="1916248"/>
            <a:ext cx="12801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9" name="Shape 47"/>
          <p:cNvSpPr/>
          <p:nvPr/>
        </p:nvSpPr>
        <p:spPr>
          <a:xfrm>
            <a:off x="4538265" y="1226457"/>
            <a:ext cx="146304" cy="146304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50" name="Text 48"/>
          <p:cNvSpPr/>
          <p:nvPr/>
        </p:nvSpPr>
        <p:spPr>
          <a:xfrm>
            <a:off x="4721145" y="1189881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원산지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 rot="-3600000">
            <a:off x="4069080" y="1992278"/>
            <a:ext cx="12801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2" name="Shape 50"/>
          <p:cNvSpPr/>
          <p:nvPr/>
        </p:nvSpPr>
        <p:spPr>
          <a:xfrm>
            <a:off x="4956048" y="1378517"/>
            <a:ext cx="146304" cy="146304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53" name="Text 51"/>
          <p:cNvSpPr/>
          <p:nvPr/>
        </p:nvSpPr>
        <p:spPr>
          <a:xfrm>
            <a:off x="5138928" y="1341941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식품이력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 rot="-2400000">
            <a:off x="4239370" y="2135169"/>
            <a:ext cx="12801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5" name="Shape 53"/>
          <p:cNvSpPr/>
          <p:nvPr/>
        </p:nvSpPr>
        <p:spPr>
          <a:xfrm>
            <a:off x="5296627" y="1664297"/>
            <a:ext cx="146304" cy="146304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56" name="Text 54"/>
          <p:cNvSpPr/>
          <p:nvPr/>
        </p:nvSpPr>
        <p:spPr>
          <a:xfrm>
            <a:off x="5479507" y="1627721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회수정보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 rot="-2700000">
            <a:off x="5298925" y="813839"/>
            <a:ext cx="12801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8" name="Shape 56"/>
          <p:cNvSpPr/>
          <p:nvPr/>
        </p:nvSpPr>
        <p:spPr>
          <a:xfrm>
            <a:off x="6318458" y="301798"/>
            <a:ext cx="146304" cy="146304"/>
          </a:xfrm>
          <a:prstGeom prst="ellipse">
            <a:avLst/>
          </a:prstGeom>
          <a:solidFill>
            <a:srgbClr val="00529B"/>
          </a:solidFill>
          <a:ln/>
        </p:spPr>
      </p:sp>
      <p:sp>
        <p:nvSpPr>
          <p:cNvPr id="59" name="Text 57"/>
          <p:cNvSpPr/>
          <p:nvPr/>
        </p:nvSpPr>
        <p:spPr>
          <a:xfrm>
            <a:off x="6501338" y="26522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식품안전나라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 rot="-1125000">
            <a:off x="5452431" y="1060697"/>
            <a:ext cx="12801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1" name="Shape 59"/>
          <p:cNvSpPr/>
          <p:nvPr/>
        </p:nvSpPr>
        <p:spPr>
          <a:xfrm>
            <a:off x="6625470" y="795514"/>
            <a:ext cx="146304" cy="146304"/>
          </a:xfrm>
          <a:prstGeom prst="ellipse">
            <a:avLst/>
          </a:prstGeom>
          <a:solidFill>
            <a:srgbClr val="00529B"/>
          </a:solidFill>
          <a:ln/>
        </p:spPr>
      </p:sp>
      <p:sp>
        <p:nvSpPr>
          <p:cNvPr id="62" name="Text 60"/>
          <p:cNvSpPr/>
          <p:nvPr/>
        </p:nvSpPr>
        <p:spPr>
          <a:xfrm>
            <a:off x="6808350" y="75893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공공데이터포털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 rot="450000">
            <a:off x="5480924" y="1349991"/>
            <a:ext cx="12801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4" name="Shape 62"/>
          <p:cNvSpPr/>
          <p:nvPr/>
        </p:nvSpPr>
        <p:spPr>
          <a:xfrm>
            <a:off x="6682456" y="1374102"/>
            <a:ext cx="146304" cy="146304"/>
          </a:xfrm>
          <a:prstGeom prst="ellipse">
            <a:avLst/>
          </a:prstGeom>
          <a:solidFill>
            <a:srgbClr val="00529B"/>
          </a:solidFill>
          <a:ln/>
        </p:spPr>
      </p:sp>
      <p:sp>
        <p:nvSpPr>
          <p:cNvPr id="65" name="Text 63"/>
          <p:cNvSpPr/>
          <p:nvPr/>
        </p:nvSpPr>
        <p:spPr>
          <a:xfrm>
            <a:off x="6865336" y="133752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식품행정통합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 rot="2025000">
            <a:off x="5378527" y="1622053"/>
            <a:ext cx="12801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7" name="Shape 65"/>
          <p:cNvSpPr/>
          <p:nvPr/>
        </p:nvSpPr>
        <p:spPr>
          <a:xfrm>
            <a:off x="6477662" y="1918227"/>
            <a:ext cx="146304" cy="146304"/>
          </a:xfrm>
          <a:prstGeom prst="ellipse">
            <a:avLst/>
          </a:prstGeom>
          <a:solidFill>
            <a:srgbClr val="00529B"/>
          </a:solidFill>
          <a:ln/>
        </p:spPr>
      </p:sp>
      <p:sp>
        <p:nvSpPr>
          <p:cNvPr id="68" name="Text 66"/>
          <p:cNvSpPr/>
          <p:nvPr/>
        </p:nvSpPr>
        <p:spPr>
          <a:xfrm>
            <a:off x="6660542" y="1881651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통합식품안전정보망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 rot="3600000">
            <a:off x="5166360" y="1820770"/>
            <a:ext cx="12801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0" name="Shape 68"/>
          <p:cNvSpPr/>
          <p:nvPr/>
        </p:nvSpPr>
        <p:spPr>
          <a:xfrm>
            <a:off x="6053328" y="2315659"/>
            <a:ext cx="146304" cy="146304"/>
          </a:xfrm>
          <a:prstGeom prst="ellipse">
            <a:avLst/>
          </a:prstGeom>
          <a:solidFill>
            <a:srgbClr val="00529B"/>
          </a:solidFill>
          <a:ln/>
        </p:spPr>
      </p:sp>
      <p:sp>
        <p:nvSpPr>
          <p:cNvPr id="71" name="Text 69"/>
          <p:cNvSpPr/>
          <p:nvPr/>
        </p:nvSpPr>
        <p:spPr>
          <a:xfrm>
            <a:off x="6236208" y="2279083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위해예방관리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486400" y="3918204"/>
            <a:ext cx="12801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3" name="Shape 71"/>
          <p:cNvSpPr/>
          <p:nvPr/>
        </p:nvSpPr>
        <p:spPr>
          <a:xfrm>
            <a:off x="6693408" y="3858768"/>
            <a:ext cx="146304" cy="146304"/>
          </a:xfrm>
          <a:prstGeom prst="ellipse">
            <a:avLst/>
          </a:prstGeom>
          <a:solidFill>
            <a:srgbClr val="E24A4A"/>
          </a:solidFill>
          <a:ln/>
        </p:spPr>
      </p:sp>
      <p:sp>
        <p:nvSpPr>
          <p:cNvPr id="74" name="Text 72"/>
          <p:cNvSpPr/>
          <p:nvPr/>
        </p:nvSpPr>
        <p:spPr>
          <a:xfrm>
            <a:off x="6876288" y="382219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식품안전 정책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 rot="2025000">
            <a:off x="5378527" y="4273813"/>
            <a:ext cx="12801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6" name="Shape 74"/>
          <p:cNvSpPr/>
          <p:nvPr/>
        </p:nvSpPr>
        <p:spPr>
          <a:xfrm>
            <a:off x="6477662" y="4569987"/>
            <a:ext cx="146304" cy="146304"/>
          </a:xfrm>
          <a:prstGeom prst="ellipse">
            <a:avLst/>
          </a:prstGeom>
          <a:solidFill>
            <a:srgbClr val="E24A4A"/>
          </a:solidFill>
          <a:ln/>
        </p:spPr>
      </p:sp>
      <p:sp>
        <p:nvSpPr>
          <p:cNvPr id="77" name="Text 75"/>
          <p:cNvSpPr/>
          <p:nvPr/>
        </p:nvSpPr>
        <p:spPr>
          <a:xfrm>
            <a:off x="6660542" y="4533411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위해식품 회수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 rot="4050000">
            <a:off x="5091268" y="4509561"/>
            <a:ext cx="12801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9" name="Shape 77"/>
          <p:cNvSpPr/>
          <p:nvPr/>
        </p:nvSpPr>
        <p:spPr>
          <a:xfrm>
            <a:off x="5903144" y="5041482"/>
            <a:ext cx="146304" cy="146304"/>
          </a:xfrm>
          <a:prstGeom prst="ellipse">
            <a:avLst/>
          </a:prstGeom>
          <a:solidFill>
            <a:srgbClr val="E24A4A"/>
          </a:solidFill>
          <a:ln/>
        </p:spPr>
      </p:sp>
      <p:sp>
        <p:nvSpPr>
          <p:cNvPr id="80" name="Text 78"/>
          <p:cNvSpPr/>
          <p:nvPr/>
        </p:nvSpPr>
        <p:spPr>
          <a:xfrm>
            <a:off x="6086024" y="500490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소비자 안내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 rot="6075000">
            <a:off x="4721447" y="4545985"/>
            <a:ext cx="12801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2" name="Shape 80"/>
          <p:cNvSpPr/>
          <p:nvPr/>
        </p:nvSpPr>
        <p:spPr>
          <a:xfrm>
            <a:off x="5163501" y="5114330"/>
            <a:ext cx="146304" cy="146304"/>
          </a:xfrm>
          <a:prstGeom prst="ellipse">
            <a:avLst/>
          </a:prstGeom>
          <a:solidFill>
            <a:srgbClr val="E24A4A"/>
          </a:solidFill>
          <a:ln/>
        </p:spPr>
      </p:sp>
      <p:sp>
        <p:nvSpPr>
          <p:cNvPr id="83" name="Text 81"/>
          <p:cNvSpPr/>
          <p:nvPr/>
        </p:nvSpPr>
        <p:spPr>
          <a:xfrm>
            <a:off x="3755325" y="507775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수입검사 관련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 rot="8100000">
            <a:off x="4393715" y="4370809"/>
            <a:ext cx="12801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5" name="Shape 83"/>
          <p:cNvSpPr/>
          <p:nvPr/>
        </p:nvSpPr>
        <p:spPr>
          <a:xfrm>
            <a:off x="4508038" y="4763978"/>
            <a:ext cx="146304" cy="146304"/>
          </a:xfrm>
          <a:prstGeom prst="ellipse">
            <a:avLst/>
          </a:prstGeom>
          <a:solidFill>
            <a:srgbClr val="E24A4A"/>
          </a:solidFill>
          <a:ln/>
        </p:spPr>
      </p:sp>
      <p:sp>
        <p:nvSpPr>
          <p:cNvPr id="86" name="Text 84"/>
          <p:cNvSpPr/>
          <p:nvPr/>
        </p:nvSpPr>
        <p:spPr>
          <a:xfrm>
            <a:off x="3099862" y="472740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건강기능식품 관련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463040" y="2103120"/>
            <a:ext cx="1280160" cy="1280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B0B9"/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>
            <a:off x="1600200" y="2240280"/>
            <a:ext cx="1005840" cy="1005840"/>
          </a:xfrm>
          <a:prstGeom prst="ellipse">
            <a:avLst/>
          </a:prstGeom>
          <a:solidFill>
            <a:srgbClr val="00B0B9"/>
          </a:solidFill>
          <a:ln/>
        </p:spPr>
      </p:sp>
      <p:sp>
        <p:nvSpPr>
          <p:cNvPr id="89" name="Text 87"/>
          <p:cNvSpPr/>
          <p:nvPr/>
        </p:nvSpPr>
        <p:spPr>
          <a:xfrm>
            <a:off x="1645920" y="23774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37/500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3749040" y="1920240"/>
            <a:ext cx="1280160" cy="1280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95959"/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>
            <a:off x="3886200" y="2057400"/>
            <a:ext cx="1005840" cy="1005840"/>
          </a:xfrm>
          <a:prstGeom prst="ellipse">
            <a:avLst/>
          </a:prstGeom>
          <a:solidFill>
            <a:srgbClr val="595959"/>
          </a:solidFill>
          <a:ln/>
        </p:spPr>
      </p:sp>
      <p:sp>
        <p:nvSpPr>
          <p:cNvPr id="92" name="Text 90"/>
          <p:cNvSpPr/>
          <p:nvPr/>
        </p:nvSpPr>
        <p:spPr>
          <a:xfrm>
            <a:off x="3931920" y="21945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20,102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4846320" y="640080"/>
            <a:ext cx="1280160" cy="1280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29B"/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>
            <a:off x="4983480" y="777240"/>
            <a:ext cx="1005840" cy="1005840"/>
          </a:xfrm>
          <a:prstGeom prst="ellipse">
            <a:avLst/>
          </a:prstGeom>
          <a:solidFill>
            <a:srgbClr val="00529B"/>
          </a:solidFill>
          <a:ln/>
        </p:spPr>
      </p:sp>
      <p:sp>
        <p:nvSpPr>
          <p:cNvPr id="95" name="Text 93"/>
          <p:cNvSpPr/>
          <p:nvPr/>
        </p:nvSpPr>
        <p:spPr>
          <a:xfrm>
            <a:off x="5029200" y="9144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정보시스템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27/31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4846320" y="3291840"/>
            <a:ext cx="1280160" cy="1280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4A4A"/>
            </a:solidFill>
            <a:prstDash val="dash"/>
          </a:ln>
        </p:spPr>
      </p:sp>
      <p:sp>
        <p:nvSpPr>
          <p:cNvPr id="97" name="Shape 95"/>
          <p:cNvSpPr/>
          <p:nvPr/>
        </p:nvSpPr>
        <p:spPr>
          <a:xfrm>
            <a:off x="4983480" y="3429000"/>
            <a:ext cx="1005840" cy="1005840"/>
          </a:xfrm>
          <a:prstGeom prst="ellipse">
            <a:avLst/>
          </a:prstGeom>
          <a:solidFill>
            <a:srgbClr val="E24A4A"/>
          </a:solidFill>
          <a:ln/>
        </p:spPr>
      </p:sp>
      <p:sp>
        <p:nvSpPr>
          <p:cNvPr id="98" name="Text 96"/>
          <p:cNvSpPr/>
          <p:nvPr/>
        </p:nvSpPr>
        <p:spPr>
          <a:xfrm>
            <a:off x="5029200" y="35661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보도자료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19,571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6766560" y="457200"/>
            <a:ext cx="21945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0" name="Text 98"/>
          <p:cNvSpPr/>
          <p:nvPr/>
        </p:nvSpPr>
        <p:spPr>
          <a:xfrm>
            <a:off x="6766560" y="457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알레르기, 학교급식 정보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6766560" y="822960"/>
            <a:ext cx="219456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858000" y="914400"/>
            <a:ext cx="548640" cy="228600"/>
          </a:xfrm>
          <a:prstGeom prst="rect">
            <a:avLst>
              <a:gd name="adj" fmla="val 40000"/>
            </a:avLst>
          </a:prstGeom>
          <a:solidFill>
            <a:srgbClr val="00529B"/>
          </a:solidFill>
          <a:ln/>
        </p:spPr>
      </p:sp>
      <p:sp>
        <p:nvSpPr>
          <p:cNvPr id="103" name="Text 101"/>
          <p:cNvSpPr/>
          <p:nvPr/>
        </p:nvSpPr>
        <p:spPr>
          <a:xfrm>
            <a:off x="6858000" y="914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개방데이터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6858000" y="12344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데이터명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7406640" y="12344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학교알리미_학교정보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6858000" y="1508760"/>
            <a:ext cx="201168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858000" y="15544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보유기관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7406640" y="15544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한국교육학술정보원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6858000" y="1828800"/>
            <a:ext cx="201168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858000" y="18745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부처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7406640" y="18745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교육부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6858000" y="2148840"/>
            <a:ext cx="201168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858000" y="21945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데이터영역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7406640" y="21945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- 초중등교육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6858000" y="2468880"/>
            <a:ext cx="201168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858000" y="2514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7406640" y="25146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정보공시, 학교, 학교급식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6858000" y="2788920"/>
            <a:ext cx="201168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858000" y="28346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</a:t>
            </a:r>
            <a:endParaRPr lang="en-US" sz="800" dirty="0"/>
          </a:p>
        </p:txBody>
      </p:sp>
      <p:sp>
        <p:nvSpPr>
          <p:cNvPr id="120" name="Text 118"/>
          <p:cNvSpPr/>
          <p:nvPr/>
        </p:nvSpPr>
        <p:spPr>
          <a:xfrm>
            <a:off x="7406640" y="28346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 기준에 따라 학교알리미에 제공되며, 급식, 알레르기 유발 정보, 식단표 등 학교 주요 정보를 안내합니다.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6858000" y="3520440"/>
            <a:ext cx="201168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858000" y="3566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</a:t>
            </a:r>
            <a:endParaRPr lang="en-US" sz="800" dirty="0"/>
          </a:p>
        </p:txBody>
      </p:sp>
      <p:sp>
        <p:nvSpPr>
          <p:cNvPr id="123" name="Text 121"/>
          <p:cNvSpPr/>
          <p:nvPr/>
        </p:nvSpPr>
        <p:spPr>
          <a:xfrm>
            <a:off x="7406640" y="35661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https://www.data.go.kr/data/15134838/fileData.do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6858000" y="3977640"/>
            <a:ext cx="201168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858000" y="4023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목록번호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7406640" y="40233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15134838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6858000" y="4297680"/>
            <a:ext cx="201168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858000" y="4343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목록수정일</a:t>
            </a:r>
            <a:endParaRPr lang="en-US" sz="800" dirty="0"/>
          </a:p>
        </p:txBody>
      </p:sp>
      <p:sp>
        <p:nvSpPr>
          <p:cNvPr id="129" name="Text 127"/>
          <p:cNvSpPr/>
          <p:nvPr/>
        </p:nvSpPr>
        <p:spPr>
          <a:xfrm>
            <a:off x="7406640" y="43434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2024-09-13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6858000" y="4617720"/>
            <a:ext cx="201168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2026-06-01T02:14:33Z</dcterms:created>
  <dcterms:modified xsi:type="dcterms:W3CDTF">2026-06-01T02:14:33Z</dcterms:modified>
</cp:coreProperties>
</file>
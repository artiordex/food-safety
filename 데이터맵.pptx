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</a:rPr>
              <a:t>식품안전 통합 데이터맵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</a:rPr>
              <a:t>(I2500 인허가 업소 중심)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분석 대상: I2500 데이터 1000건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공통 연결 키: LCNS_NO (인허가번호)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조인 관계도 (Entity-Relationship Data Map)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0" y="2286000"/>
            <a:ext cx="2286000" cy="1097280"/>
          </a:xfrm>
          <a:prstGeom prst="rect">
            <a:avLst>
              <a:gd name="adj" fmla="val 16667"/>
            </a:avLst>
          </a:prstGeom>
          <a:solidFill>
            <a:srgbClr val="4F81BD"/>
          </a:solidFill>
          <a:ln w="25400">
            <a:solidFill>
              <a:srgbClr val="385D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2286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I2500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식품(첨가물)인허가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업소정보 마스터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5D8A"/>
                </a:solidFill>
              </a:rPr>
              <a:t>샘플 데이터: 1000건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2011680" cy="914400"/>
          </a:xfrm>
          <a:prstGeom prst="rect">
            <a:avLst>
              <a:gd name="adj" fmla="val 10000"/>
            </a:avLst>
          </a:prstGeom>
          <a:solidFill>
            <a:srgbClr val="DBE5F1"/>
          </a:solidFill>
          <a:ln w="19050">
            <a:solidFill>
              <a:srgbClr val="95B3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I0580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HACCP 인증 정보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2880360" cy="1463040"/>
          </a:xfrm>
          <a:prstGeom prst="line">
            <a:avLst/>
          </a:prstGeom>
          <a:noFill/>
          <a:ln w="25400">
            <a:solidFill>
              <a:srgbClr val="FFC00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01752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매칭: 1건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(조인율: 0.1%)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2011680" cy="914400"/>
          </a:xfrm>
          <a:prstGeom prst="rect">
            <a:avLst>
              <a:gd name="adj" fmla="val 10000"/>
            </a:avLst>
          </a:prstGeom>
          <a:solidFill>
            <a:srgbClr val="DBE5F1"/>
          </a:solidFill>
          <a:ln w="19050">
            <a:solidFill>
              <a:srgbClr val="95B3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914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I0470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행정처분 내역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2606040" cy="1463040"/>
          </a:xfrm>
          <a:prstGeom prst="line">
            <a:avLst/>
          </a:prstGeom>
          <a:noFill/>
          <a:ln w="25400">
            <a:solidFill>
              <a:srgbClr val="FFC00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매칭: 0건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(조인율: 0.0%)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4572000"/>
            <a:ext cx="2011680" cy="914400"/>
          </a:xfrm>
          <a:prstGeom prst="rect">
            <a:avLst>
              <a:gd name="adj" fmla="val 10000"/>
            </a:avLst>
          </a:prstGeom>
          <a:solidFill>
            <a:srgbClr val="DBE5F1"/>
          </a:solidFill>
          <a:ln w="19050">
            <a:solidFill>
              <a:srgbClr val="95B3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4572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I1250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497D"/>
                </a:solidFill>
              </a:rPr>
              <a:t>품목제조보고마스터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137160" cy="2194560"/>
          </a:xfrm>
          <a:prstGeom prst="line">
            <a:avLst/>
          </a:prstGeom>
          <a:noFill/>
          <a:ln w="25400">
            <a:solidFill>
              <a:srgbClr val="FFC00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7607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매칭: 2건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504D"/>
                </a:solidFill>
              </a:rPr>
              <a:t>(조인율: 0.2%)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데이터 조인 분석 인사이트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I2500 (인허가 업소) 중심 1,000건 매칭 요약</a:t>
            </a:r>
            <a:endParaRPr lang="en-US" sz="18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HACCP(I0580) 교집합: 1,000개 업소 중 1건 (0.1%) 이 매칭되었습니다.</a:t>
            </a:r>
            <a:endParaRPr lang="en-US" sz="18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행정처분(I0470) 교집합: 1,000개 업소 중 0건 (0.0%) 이 매칭되었습니다.</a:t>
            </a:r>
            <a:endParaRPr lang="en-US" sz="18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품목제조(I1250) 교집합: 1,000개 업소 중 2건 (0.2%) 이 매칭되었습니다.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활용 방안 (Use Case)</a:t>
            </a:r>
            <a:pPr lvl="1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이 데이터맵을 통해 인허가번호(LCNS_NO)만으로 특정 업소의 HACCP 지정 여부, 행정처분 이력, 제조한 품목들까지 원스톱으로 확장 조회가 가능합니다.</a:t>
            </a:r>
            <a:endParaRPr lang="en-US" sz="1800" dirty="0"/>
          </a:p>
          <a:p>
            <a:pPr lvl="1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추후 융합 분석 웹사이트에서 시각화 대시보드로 발전시킬 수 있습니다.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식품안전나라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I2500 인허가 업소 기준 조인 데이터맵</dc:title>
  <dc:subject>데이터맵</dc:subject>
  <dc:creator>Antigravity AI</dc:creator>
  <cp:lastModifiedBy>Antigravity AI</cp:lastModifiedBy>
  <cp:revision>1</cp:revision>
  <dcterms:created xsi:type="dcterms:W3CDTF">2026-06-01T10:46:03Z</dcterms:created>
  <dcterms:modified xsi:type="dcterms:W3CDTF">2026-06-01T10:46:03Z</dcterms:modified>
</cp:coreProperties>
</file>